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SourceWise: a decision-support copilot for procurement supplier shortlisting.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920240"/>
            <a:ext cx="10698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SourceWise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731520" y="2971800"/>
            <a:ext cx="10698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Manufacturing Decision Copilot for Supplier Shortlisting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8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product requirements, supplier profiles, and quotations into a ranked, evidence-backed shortlist.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Sofstica AI Hackathon 2026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decisions are slow and hard to audit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63093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procurement analyst sourcing a part juggles supplier profiles, quotations, and a requirement sheet across spreadsheets and PDFs.</a:t>
            </a:r>
            <a:endParaRPr lang="en-US" sz="1700" dirty="0"/>
          </a:p>
          <a:p>
            <a:pPr indent="0" marL="0">
              <a:lnSpc>
                <a:spcPct val="110000"/>
              </a:lnSpc>
              <a:spcAft>
                <a:spcPts val="1000"/>
              </a:spcAft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Deciding who qualifies, and why, takes hours, and the reasoning is hard to defend later.</a:t>
            </a:r>
            <a:endParaRPr lang="en-US" sz="17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7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eligibility, a ranked shortlist, and cited evidence, fast.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0" y="1920240"/>
            <a:ext cx="4297680" cy="2743200"/>
          </a:xfrm>
          <a:prstGeom prst="roundRect">
            <a:avLst>
              <a:gd name="adj" fmla="val 4000"/>
            </a:avLst>
          </a:prstGeom>
          <a:solidFill>
            <a:srgbClr val="F2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589520" y="214884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589520" y="25146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/</a:t>
            </a:r>
            <a:endParaRPr lang="en-US" sz="2600" dirty="0"/>
          </a:p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analyst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7589520" y="356616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Owns the shortlist decision. SourceWise recommends; the human decides and acts.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Dual-engine architecture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2286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2286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pack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32304" y="2843784"/>
            <a:ext cx="301752" cy="256032"/>
          </a:xfrm>
          <a:prstGeom prst="rightArrow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88920" y="2286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88920" y="2286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(rules)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764024" y="2843784"/>
            <a:ext cx="301752" cy="256032"/>
          </a:xfrm>
          <a:prstGeom prst="rightArrow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120640" y="2286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120640" y="2286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ranking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(4 profiles)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095744" y="2843784"/>
            <a:ext cx="301752" cy="256032"/>
          </a:xfrm>
          <a:prstGeom prst="rightArrow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52360" y="2286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2286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+ conflicts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(LLM, abstains)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9427464" y="2843784"/>
            <a:ext cx="301752" cy="256032"/>
          </a:xfrm>
          <a:prstGeom prst="rightArrow">
            <a:avLst/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784080" y="228600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784080" y="228600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+ human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 gate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Python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handles hard constraints (certifications, MOQ, lead time): 0% hallucination, fully auditable.  </a:t>
            </a:r>
            <a:pPr algn="ctr"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(Groq)</a:t>
            </a:r>
            <a:pPr algn="ctr"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is used only to read messy free-text notes into cited facts, and abstains when evidence is missing.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48640" y="5394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where it is necessary, not decorative.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the easy case and the hard ones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377440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6868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suppliers ranked with per-factor explanations. Flip the priority profile and the top pick changes: built-in sensitivity analysis.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20116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2377440"/>
            <a:ext cx="502920" cy="502920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1772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Ambiguous / conflict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61772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supplier profile says 28-day lead time; its quote says 45. SourceWise flags the conflict instead of trusting either number.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2011680"/>
            <a:ext cx="3566160" cy="3291840"/>
          </a:xfrm>
          <a:prstGeom prst="roundRect">
            <a:avLst>
              <a:gd name="adj" fmla="val 3333"/>
            </a:avLst>
          </a:prstGeom>
          <a:solidFill>
            <a:srgbClr val="F2F5F9"/>
          </a:solidFill>
          <a:ln w="12700">
            <a:solidFill>
              <a:srgbClr val="D8DE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66760" y="2377440"/>
            <a:ext cx="502920" cy="502920"/>
          </a:xfrm>
          <a:prstGeom prst="ellipse">
            <a:avLst/>
          </a:prstGeom>
          <a:solidFill>
            <a:srgbClr val="C0504D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366760" y="30632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/ fallback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366760" y="3566160"/>
            <a:ext cx="2926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a certification no supplier holds, and it returns a safe "no eligible supplier" state rather than forcing a pick.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&amp; SAFETY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Measured, not claimed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 accuracy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8892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78892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 (seeded test)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5029200" y="278892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 coverage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356616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computed by python -m src.eval and reproducible.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7589520" y="1828800"/>
            <a:ext cx="4023360" cy="329184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7863840" y="2057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by design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7863840" y="2514600"/>
            <a:ext cx="3566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Decision-support only: no supplier contact, RFQ, or orders.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Human-approval gate before any export.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synthetic data, clearly labeled.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Notes treated as untrusted input; no verified-fact claims.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E6E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kept in a git-ignored .env.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31520" y="1188720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about scope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 and a small sample: this validates the method and safety behavior, not real supplier outcomes.</a:t>
            </a:r>
            <a:endParaRPr lang="en-US" sz="16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rules make constraint accuracy definitional; the value is a pipeline that behaves correctly and abstains instead of guessing.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31520" y="42062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more time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1520" y="461772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case-pack ingestion layer.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larger seeded hallucination test set.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6DE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Landed-cost comparison (Track 2) on the same engine.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2026-08-09T18:44:05Z</dcterms:created>
  <dcterms:modified xsi:type="dcterms:W3CDTF">2026-08-09T18:44:05Z</dcterms:modified>
</cp:coreProperties>
</file>